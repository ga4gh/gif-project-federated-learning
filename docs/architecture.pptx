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source for docs/architecture.png in the gif-project-federated-learning repo. After editing, export this slide as PNG to docs/architecture.png.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1 architecture: federated training over GA4GH APIs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coordinator, N driver sites each running the same node-in-a-box. Raw data never leaves a site; only DP-noised weights move, and every hop is a GA4GH API call.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17303A"/>
          </a:solidFill>
          <a:ln w="12700">
            <a:solidFill>
              <a:srgbClr val="173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44752"/>
            <a:ext cx="3566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24495A"/>
          </a:solidFill>
          <a:ln w="12700">
            <a:solidFill>
              <a:srgbClr val="2449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3383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orchestrator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3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strategy (plain Python / Flower / FLARE, TBD) with WES/TES and DRS clients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3566160" cy="530352"/>
          </a:xfrm>
          <a:prstGeom prst="roundRect">
            <a:avLst>
              <a:gd name="adj" fmla="val 13793"/>
            </a:avLst>
          </a:prstGeom>
          <a:solidFill>
            <a:srgbClr val="24495A"/>
          </a:solidFill>
          <a:ln w="12700">
            <a:solidFill>
              <a:srgbClr val="2449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715768"/>
            <a:ext cx="3383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DRS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3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model weights, registered each round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3566160" cy="530352"/>
          </a:xfrm>
          <a:prstGeom prst="roundRect">
            <a:avLst>
              <a:gd name="adj" fmla="val 13793"/>
            </a:avLst>
          </a:prstGeom>
          <a:solidFill>
            <a:srgbClr val="24495A"/>
          </a:solidFill>
          <a:ln w="12700">
            <a:solidFill>
              <a:srgbClr val="2449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355848"/>
            <a:ext cx="3383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3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vs. local-only on a held-out set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95928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7303A"/>
          </a:solidFill>
          <a:ln w="12700">
            <a:solidFill>
              <a:srgbClr val="8FA7B3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31520" y="3995928"/>
            <a:ext cx="3383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Dockstore / TRS  (later)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3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training workflow and container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34656" y="1591056"/>
            <a:ext cx="4206240" cy="3246120"/>
          </a:xfrm>
          <a:prstGeom prst="roundRect">
            <a:avLst>
              <a:gd name="adj" fmla="val 3380"/>
            </a:avLst>
          </a:prstGeom>
          <a:solidFill>
            <a:srgbClr val="C4E3E1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4928" y="1481328"/>
            <a:ext cx="4206240" cy="3246120"/>
          </a:xfrm>
          <a:prstGeom prst="roundRect">
            <a:avLst>
              <a:gd name="adj" fmla="val 3380"/>
            </a:avLst>
          </a:prstGeom>
          <a:solidFill>
            <a:srgbClr val="D0E9E7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1371600"/>
            <a:ext cx="4206240" cy="3246120"/>
          </a:xfrm>
          <a:prstGeom prst="roundRect">
            <a:avLst>
              <a:gd name="adj" fmla="val 3380"/>
            </a:avLst>
          </a:prstGeom>
          <a:solidFill>
            <a:srgbClr val="DDF1F0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1444752"/>
            <a:ext cx="3840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site: node-in-a-box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0" y="187452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0" y="1874520"/>
            <a:ext cx="210312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 / TES endpoint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one task per round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2002536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FCEBD2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92640" y="200253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caps in service-info?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98080" y="2514600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0" y="2514600"/>
            <a:ext cx="36118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Training job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Opacus DP-SGD, one container per round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3282696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0" y="3282696"/>
            <a:ext cx="21031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DRS + object store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partition in; updated weights out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3429000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FCEBD2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92640" y="34290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DRS write-back?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98080" y="3959352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89520" y="3959352"/>
            <a:ext cx="210312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bearer token now, Passports later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92640" y="4087368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FCEBD2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92640" y="40873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 delegation?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4864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0A5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N sites, same box, own partition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1371600"/>
            <a:ext cx="2377440" cy="274320"/>
          </a:xfrm>
          <a:prstGeom prst="roundRect">
            <a:avLst>
              <a:gd name="adj" fmla="val 26667"/>
            </a:avLst>
          </a:prstGeom>
          <a:solidFill>
            <a:srgbClr val="FCEBD2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6344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must accept inbound calls?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80560" y="2331720"/>
            <a:ext cx="2743200" cy="0"/>
          </a:xfrm>
          <a:prstGeom prst="line">
            <a:avLst/>
          </a:prstGeom>
          <a:noFill/>
          <a:ln w="2540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480560" y="18562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Submit round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 run / TES task with DRS URIs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480560" y="3154680"/>
            <a:ext cx="2743200" cy="0"/>
          </a:xfrm>
          <a:prstGeom prst="line">
            <a:avLst/>
          </a:prstGeom>
          <a:noFill/>
          <a:ln w="2540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4480560" y="267919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Pull global weights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resolves the DRS URI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80560" y="4069080"/>
            <a:ext cx="2743200" cy="0"/>
          </a:xfrm>
          <a:prstGeom prst="line">
            <a:avLst/>
          </a:prstGeom>
          <a:noFill/>
          <a:ln w="25400">
            <a:solidFill>
              <a:srgbClr val="1F2933"/>
            </a:solidFill>
            <a:prstDash val="solid"/>
            <a:headEnd type="triangle"/>
          </a:ln>
        </p:spPr>
      </p:sp>
      <p:sp>
        <p:nvSpPr>
          <p:cNvPr id="40" name="Text 38"/>
          <p:cNvSpPr txBox="1"/>
          <p:nvPr/>
        </p:nvSpPr>
        <p:spPr>
          <a:xfrm>
            <a:off x="4480560" y="359359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Return URI  ⑤ Fetch + FedAvg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weights via DRS; next round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502920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17303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4360" y="5074920"/>
            <a:ext cx="36576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generator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Central, run once. ClinVar-derived features, planted pathogenicity signal, partitions skewed by gnomAD subpopulation.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 flipV="1">
            <a:off x="4389120" y="4983480"/>
            <a:ext cx="2926080" cy="640080"/>
          </a:xfrm>
          <a:prstGeom prst="line">
            <a:avLst/>
          </a:prstGeom>
          <a:noFill/>
          <a:ln w="25400">
            <a:solidFill>
              <a:srgbClr val="0E7C7B"/>
            </a:solidFill>
            <a:prstDash val="dash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4572000" y="5532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5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partition per site, registered in its DRS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818120" y="534924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FCEBD2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915400" y="528523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API gap: confirm or rule out, log as an api-gap issue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818120" y="580644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8FA7B3"/>
            </a:solidFill>
            <a:prstDash val="dash"/>
          </a:ln>
        </p:spPr>
      </p:sp>
      <p:sp>
        <p:nvSpPr>
          <p:cNvPr id="48" name="Text 46"/>
          <p:cNvSpPr txBox="1"/>
          <p:nvPr/>
        </p:nvSpPr>
        <p:spPr>
          <a:xfrm>
            <a:off x="8915400" y="574243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milestone (after M3)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GIF Federated Learning: Experiment 1 architecture</dc:title>
  <dc:subject>PptxGenJS Presentation</dc:subject>
  <dc:creator>PptxGenJS</dc:creator>
  <cp:lastModifiedBy>PptxGenJS</cp:lastModifiedBy>
  <cp:revision>1</cp:revision>
  <dcterms:created xsi:type="dcterms:W3CDTF">2026-09-29T07:20:03Z</dcterms:created>
  <dcterms:modified xsi:type="dcterms:W3CDTF">2026-09-29T07:20:03Z</dcterms:modified>
</cp:coreProperties>
</file>